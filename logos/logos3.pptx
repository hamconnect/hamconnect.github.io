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/>
    <p:restoredTop sz="94717"/>
  </p:normalViewPr>
  <p:slideViewPr>
    <p:cSldViewPr snapToGrid="0">
      <p:cViewPr varScale="1">
        <p:scale>
          <a:sx n="107" d="100"/>
          <a:sy n="107" d="100"/>
        </p:scale>
        <p:origin x="71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4AD-B44D-FD1E-8622-FB9802AC3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29434-424E-8EC5-81D2-8B62891D7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9DDDA-75B1-3C25-3D62-49AB5A4C1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E0601-CDD5-19E2-3ECF-A8FC7F5C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AE8BC-AB60-DA6B-6554-A9150080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1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CED1-553A-CBD4-B08F-E91925BF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29656-6B50-F033-7676-C113ECC31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8AF5A-406E-1C66-AEE7-42E7A2B1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A0964-C818-B941-0543-EBB01E41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73AFC-2F65-0CFD-F0F9-FA3D95E3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7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99D2-A100-5012-2902-A32FE378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33601-48C4-71A4-21A0-5765B92A6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204DC-03FC-61DB-E449-B926FC49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B7B61-5001-498A-0CD6-62DA548E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CC15E-342E-A6D2-05CE-EA4AFECF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2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5C9A-1F69-DCA8-1DD3-68D02CF7A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4F8C5-C74F-1D34-E3BE-C93781B59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97385-5966-8475-EBE3-BE4EE20D9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30D31-2E52-7BE0-20EF-F36BFCD5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5E426-ED3F-18CE-FA55-B01ADFC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94F2C-0DEE-7F8B-EABD-FB42F883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8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6E93-6CC6-6788-54AB-468B337F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B9246-5510-DB16-DC99-29BFCEA8B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D3FA3-EFD6-389A-4F12-21004CB13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705C6-2165-E126-26F5-E2058D5AD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EA394-2CB6-3632-D9EE-EF05FAB49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52EB8-ACB7-2AA6-6088-9883CD86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DA008-EADD-4F1D-0DD4-A449574C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046E4-C38C-BAED-3C82-68A0A623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0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C19E-1884-2765-71CC-9C8DB073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5289A-EC17-B9D8-A447-0E16931AD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F481A-A36A-5E5B-EF91-D28233DE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D0863-AA4E-CA68-FB5E-7B9D450C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A42830-8A4F-01DF-19AD-7D27E9AB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800B4-3F62-7C2C-36AD-021623C6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3A9F3-AF02-1C00-6860-A17E8E66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6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299F-91EE-50B7-8E68-A1C7B55E6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A1A9-E292-B6FF-36DF-325CD1E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9D643-B22E-78B2-45A2-4E2080069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E3619-0631-4843-E5AA-F817D54A3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0B420-C531-63B2-AA24-6DF8BD7D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20652-0080-D29A-E288-D93D30E1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7591-9F76-5981-77A7-F31BA197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D8468-68A6-7EC9-4FBE-CE62B9C8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226E0-EAD0-5E79-A2F1-C259E96BD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D3F89-C9F4-91D9-C758-3BF3604F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9490F-956D-3D09-1683-9337DCB3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BA5F1-7343-6002-8E34-B3BEBD8E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B989-F2F3-B50F-070D-2837814E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AEC1D-ADAE-78BF-275B-882BE0D49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FC4E8-3D70-F24E-E901-9EAD4C6E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0F341-5C2D-BCF7-EB8A-1E462123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4828-8517-B79A-6B12-496E89EC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0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1CCB6-01CA-ABA8-E58A-34A92A226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F1C01-D735-AACF-7FB1-5E71611E6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6F6AB-91D9-222A-8F6F-2287A445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416A1-984D-4DB7-CB57-54A158DF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0F1F9-E1A8-9176-8F0B-85FE3FE0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5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E0348-5E78-9CDC-23C7-61B49836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66149-08CA-5F98-E742-FDEB86D06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23E3A-EE5A-9356-244E-44AC9EEF6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C70B5-064A-954C-9BF5-F92EDD35B49A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0D611-150D-7266-CE92-88E943A0B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802FB-2C7F-D3BB-F17E-DA8FC6615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F7972-BDB3-5F4A-8ED0-343C0D98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7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ogo&#10;&#10;Description automatically generated">
            <a:extLst>
              <a:ext uri="{FF2B5EF4-FFF2-40B4-BE49-F238E27FC236}">
                <a16:creationId xmlns:a16="http://schemas.microsoft.com/office/drawing/2014/main" id="{25BAF687-132E-FF57-571A-FDA93AD14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42" y="1185207"/>
            <a:ext cx="1441703" cy="1441703"/>
          </a:xfrm>
          <a:prstGeom prst="rect">
            <a:avLst/>
          </a:prstGeom>
        </p:spPr>
      </p:pic>
      <p:pic>
        <p:nvPicPr>
          <p:cNvPr id="7" name="Picture 6" descr="A yellow and black logo&#10;&#10;Description automatically generated">
            <a:extLst>
              <a:ext uri="{FF2B5EF4-FFF2-40B4-BE49-F238E27FC236}">
                <a16:creationId xmlns:a16="http://schemas.microsoft.com/office/drawing/2014/main" id="{D64BF43F-D5BA-0A0C-F7C2-6C78CBAD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474" y="1260823"/>
            <a:ext cx="1335984" cy="1371610"/>
          </a:xfrm>
          <a:prstGeom prst="rect">
            <a:avLst/>
          </a:prstGeom>
        </p:spPr>
      </p:pic>
      <p:pic>
        <p:nvPicPr>
          <p:cNvPr id="17" name="Picture 16" descr="A logo with a mountain and a tree&#10;&#10;Description automatically generated">
            <a:extLst>
              <a:ext uri="{FF2B5EF4-FFF2-40B4-BE49-F238E27FC236}">
                <a16:creationId xmlns:a16="http://schemas.microsoft.com/office/drawing/2014/main" id="{C31E47C1-08A5-7931-95B3-1E1169613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702" y="1255301"/>
            <a:ext cx="1371609" cy="13716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2391AA-0553-3EDA-12D3-FD592DD2A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9689" y="1059357"/>
            <a:ext cx="1693404" cy="1693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6E4B42-732F-290D-2976-0708CA974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030" y="1374173"/>
            <a:ext cx="1621738" cy="1131283"/>
          </a:xfrm>
          <a:prstGeom prst="rect">
            <a:avLst/>
          </a:prstGeom>
        </p:spPr>
      </p:pic>
      <p:pic>
        <p:nvPicPr>
          <p:cNvPr id="5" name="Picture 4" descr="A logo with a tower and city in the background&#10;&#10;Description automatically generated">
            <a:extLst>
              <a:ext uri="{FF2B5EF4-FFF2-40B4-BE49-F238E27FC236}">
                <a16:creationId xmlns:a16="http://schemas.microsoft.com/office/drawing/2014/main" id="{84494DA2-4398-D1ED-AFFD-BE322175D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0027" y="1205315"/>
            <a:ext cx="1421595" cy="142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7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LeVeque</dc:creator>
  <cp:lastModifiedBy>Loyce M. Adams</cp:lastModifiedBy>
  <cp:revision>5</cp:revision>
  <dcterms:created xsi:type="dcterms:W3CDTF">2024-04-12T17:17:54Z</dcterms:created>
  <dcterms:modified xsi:type="dcterms:W3CDTF">2025-12-28T18:00:10Z</dcterms:modified>
</cp:coreProperties>
</file>